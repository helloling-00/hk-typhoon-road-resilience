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9445752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4572000"/>
            <a:ext cx="9445752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Pre-, During-, and Post-Event Resilience Analysis
of Urban Road Networks under Typhoons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8B8D"/>
                </a:solidFill>
              </a:rPr>
              <a:t>Evidence from TomTom Floating-Car Data in Hong Kong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C800"/>
                </a:solidFill>
              </a:rPr>
              <a:t>MPhil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Department of Urban Planning and Design  ·  The University of Hong Kong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
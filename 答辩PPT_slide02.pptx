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09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1810512" cy="3657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4872" y="91440"/>
            <a:ext cx="9619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1124712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61288"/>
            <a:ext cx="1097280" cy="96012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34439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RQ1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00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2E"/>
                </a:solidFill>
              </a:rPr>
              <a:t>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188719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What is the distribution of road speed deviations
across pre-, during-, and post-typhoon phases?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39"/>
            <a:ext cx="1124712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487168"/>
            <a:ext cx="1097280" cy="9601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603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RQ2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7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2E"/>
                </a:solidFill>
              </a:rPr>
              <a:t>Spatiotemporal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514599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When and where do significant speed changes occur?
What are the spatiotemporal patterns?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1124712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813048"/>
            <a:ext cx="1097280" cy="9601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RQ3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5195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2E"/>
                </a:solidFill>
              </a:rPr>
              <a:t>Determinants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8404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What grid-level factors explain why some areas
experience greater speed changes during typhoons?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5138928"/>
            <a:ext cx="1097280" cy="9601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RQ4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2E"/>
                </a:solidFill>
              </a:rPr>
              <a:t>Resilience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1663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How quickly do road networks recover after typhoon
passage? What shapes recovery trajectories?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Data: TomTom 30-min floating-car speed data  ·  3 typhoons (Mina, Yagiasha, Madum)  ·  95,167 physical roads  ·  500m grid 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88952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7025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</a:rPr>
              <a:t>Research framework  |  Four interconnected research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
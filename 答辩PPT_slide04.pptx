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09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3017520" cy="3657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RQ1 · RQ2 · RQ4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914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Overview: Network Response across All Typhoon Phases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777240"/>
            <a:ext cx="11795760" cy="4480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图42_台风时序网络偏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2960"/>
            <a:ext cx="11704320" cy="4389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2880" y="5349240"/>
            <a:ext cx="11795760" cy="987552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5440680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5422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800"/>
                </a:solidFill>
              </a:rPr>
              <a:t>Pre-event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5687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S8 is the behavioural trigger:
pre-S8 midday congestion dip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5440680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5422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800"/>
                </a:solidFill>
              </a:rPr>
              <a:t>During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5687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S8 triggers rapid network clearance
(−0.010 → +0.045 in 5h)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5440680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5422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800"/>
                </a:solidFill>
              </a:rPr>
              <a:t>Post-event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5687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Recovery within ~100 min
of All Clear; no rebound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7025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Ragasa (Sep 2025)  |  30-min TomTom data  |  ~6,000 roads per slot  |  peak +0.046 at S10 morning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
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09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1810512" cy="36576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RQ1 · RQ2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4872" y="91440"/>
            <a:ext cx="9619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During Event: The S8 Flip — From Congestion to Clearance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777240"/>
            <a:ext cx="6583680" cy="42062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图09_空间偏差地理分布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22960"/>
            <a:ext cx="649224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79552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8B8D"/>
                </a:solidFill>
              </a:rPr>
              <a:t>A  Spatial distribution of speed deviation during typhoon (S3+, MIDDAY)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777240"/>
            <a:ext cx="4983480" cy="42062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8686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00"/>
                </a:solidFill>
              </a:rPr>
              <a:t>The S8 Flip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280160"/>
            <a:ext cx="4572000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E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1307592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252"/>
                </a:solidFill>
              </a:rPr>
              <a:t>13:00 Pre-S8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517904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Mean dev = −0.010
28.3% roads slower
System-wide congestion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2121408"/>
            <a:ext cx="4572000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148839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</a:rPr>
              <a:t>14:20 S8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359152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Signal 8 raised
Behavioural trigger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2962656"/>
            <a:ext cx="4572000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2990087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8B8D"/>
                </a:solidFill>
              </a:rPr>
              <a:t>19:30 Post-S8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200400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Mean dev = +0.045
&lt;8% roads slower
Network clears rapidly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3858768"/>
            <a:ext cx="45720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3904487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800"/>
                </a:solidFill>
              </a:rPr>
              <a:t>Δ = +0.055 in 5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1148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</a:rPr>
              <a:t>largest 5-hour swing in the entire dataset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5120640"/>
            <a:ext cx="1179576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193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</a:rPr>
              <a:t>Conclusions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559552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532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S8 is the single most powerful behavioural intervention — the network flips from congestion to clearance within hours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879592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5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Spatial pattern confirms demand-side dominance: urban core (jobs) clears most, residential periphery mixed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199631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17219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Motorways and trunks are most responsive; local streets retain residual activity throughout the event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88952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7025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During-event phase  |  S8 triggers +0.055 swing  |  Network clears in ~2h  |  Urban core leads clearance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
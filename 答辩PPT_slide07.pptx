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371600" cy="3657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144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During Event: Speed Polarization — Not All Roads Clear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5760720" cy="3383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05_道路类别偏差箱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566928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795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A  Speed deviation by road category: motorways shift most, local streets mixed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777240"/>
            <a:ext cx="5715000" cy="3383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图12_各信号等级五分位偏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22960"/>
            <a:ext cx="5623560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795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8B8D"/>
                </a:solidFill>
              </a:rPr>
              <a:t>B  Deviation quantiles by signal level: spread widens with 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297680"/>
            <a:ext cx="11795760" cy="21488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70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</a:rPr>
              <a:t>Key Findings: The Network Splits into Two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78231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754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Demand collapse on arterials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9560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33% of roads clearly faster (&gt;+0.05) at S10
Motorways/trunks: strongest positive shift
Fewer vehicles → higher observed speeds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44068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5413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8B8D"/>
                </a:solidFill>
              </a:rPr>
              <a:t>Residual activity on local streets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56144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11% clearly slower (&lt;-0.05) at S10
Tertiary/residential streets hold activity
Local trips persist despite typhoon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782312"/>
            <a:ext cx="54864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47548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</a:rPr>
              <a:t>Signal gradient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9560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IQR: 0.02 (S1) → 0.09 (S10)
4.5× spread increase from S1 to S10
Each upgrade widens the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5440680"/>
            <a:ext cx="54864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54132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</a:rPr>
              <a:t>Bimodal, not uniform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56144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Roads don't shift uniformly faster
Two clusters emerge: faster arterials
and slower local streets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Polarization  |  Higher signal → wider spread  |  Demand collapse ≠ uniform  |  Bimodal distribution emerges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
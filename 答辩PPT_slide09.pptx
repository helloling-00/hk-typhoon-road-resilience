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371600" cy="3657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RQ4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Post-Event: Rapid Recovery — No Rebound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777240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06_三台风恢复动态全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7680960" cy="3566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83879" y="777240"/>
            <a:ext cx="379476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868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Recovery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0759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2801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~100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46303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Return to within ±0.003
of baseline after All Clear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96596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38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No rebound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121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No post-typhoon congestion
surge — unlike hurricane lit.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624327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5968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All 3 typhoons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77977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Mina, Yagiasha, Madum all
show consistent rapid recovery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282695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25526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Demand-driven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43814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Recovery is traffic returning,
not infrastructure repair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→ Recovery speed confirms demand-side
  dominance: if infrastructure damage
  were primary, recovery would take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572000"/>
            <a:ext cx="11795760" cy="1874519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图07_叶加沙恢复期细节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645152"/>
            <a:ext cx="5623560" cy="1691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5760" y="4590288"/>
            <a:ext cx="2743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AAAA"/>
                </a:solidFill>
              </a:rPr>
              <a:t>Yagiasha recovery detail</a:t>
            </a:r>
          </a:p>
        </p:txBody>
      </p:sp>
      <p:pic>
        <p:nvPicPr>
          <p:cNvPr id="28" name="Picture 27" descr="图08_道路类别恢复曲线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645152"/>
            <a:ext cx="5623560" cy="1691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63640" y="4590288"/>
            <a:ext cx="2743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AAAA"/>
                </a:solidFill>
              </a:rPr>
              <a:t>Recovery by road category: motorways fastest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Post-event phase  |  ~100 min recovery  |  No rebound  |  Consistent across all 3 typhoons  |  Demand-driven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
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1097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"/>
            <a:ext cx="1371600" cy="3657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1440"/>
            <a:ext cx="10058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Grid Regression: What Determines Speed Change?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777240"/>
            <a:ext cx="6583680" cy="47548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图46_回归系数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2960"/>
            <a:ext cx="6492240" cy="4663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95160" y="777240"/>
            <a:ext cx="4983480" cy="47548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868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00"/>
                </a:solidFill>
              </a:rPr>
              <a:t>Model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280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8B8D"/>
                </a:solidFill>
              </a:rPr>
              <a:t>Y 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463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Length-weighted % of roads with
deviation &gt; +0.05 ("clearly better")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9019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8B8D"/>
                </a:solidFill>
              </a:rPr>
              <a:t>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084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500m × 500m grid cell
(≥3 roads, ≥500m total length)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52374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8B8D"/>
                </a:solidFill>
              </a:rPr>
              <a:t>X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7066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10 POI log-densities + road structure
+ demographics + signal dummies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14553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8B8D"/>
                </a:solidFill>
              </a:rPr>
              <a:t>Best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3284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5F5"/>
                </a:solidFill>
              </a:rPr>
              <a:t>PM_PEAK: adj-R² = 0.188
MIDDAY: adj-R² = 0.136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00"/>
                </a:solidFill>
              </a:rPr>
              <a:t>Consistent Predictors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4105656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406908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8B8D"/>
                </a:solidFill>
              </a:rPr>
              <a:t>+ Intersection degree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3367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5F5"/>
                </a:solidFill>
              </a:rPr>
              <a:t>More connected roads → more improvement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4489704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45312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8B8D"/>
                </a:solidFill>
              </a:rPr>
              <a:t>+ Transport POI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61772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5F5"/>
                </a:solidFill>
              </a:rPr>
              <a:t>Near transit hubs → more roads get faster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4873752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483717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8B8D"/>
                </a:solidFill>
              </a:rPr>
              <a:t>− Road density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00176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5F5"/>
                </a:solidFill>
              </a:rPr>
              <a:t>Denser network → less improvement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257800"/>
            <a:ext cx="54864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52212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8B8D"/>
                </a:solidFill>
              </a:rPr>
              <a:t>− Signal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385816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5F5"/>
                </a:solidFill>
              </a:rPr>
              <a:t>S8 suppresses improvement (pre-S8 rush)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5669280"/>
            <a:ext cx="1179576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806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F5F5"/>
                </a:solidFill>
              </a:rPr>
              <a:t>Interpretation:  Grids with complex road networks near transit hubs clear fastest during typhoons.  Dense road networks in commercial areas show less improvement — residual local activity.  Demographic variables have limited explanatory power at grid scale.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88952" cy="36576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7025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Regression analysis  |  500m grid  |  Ragasa S3+  |  Length-weighted aggregation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
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371600" cy="3657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144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Study: Single Grid × Regression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594360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41_网格可视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5852160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795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A  Mong Kok grid: 9 roads, pct_better=0.83, mean_dev=+0.154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777240"/>
            <a:ext cx="562356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图37_回归示意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822960"/>
            <a:ext cx="5532120" cy="338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795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B  Wan Chai study road: 861 POIs in 500m buffer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389120"/>
            <a:ext cx="11795760" cy="205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From Road to Grid: Why Aggregation 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87375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Road-level R² ≈ 0.02–0.06 → Grid-level R² ≈ 0.14–0.19: spatial aggregation reduces micro-noise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21208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846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500m grid captures neighborhood-scale determinants (POI, demographics) better than single roads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550408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5229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Length-weighting ensures long arterials contribute proportionally more to grid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888736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613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The Mong Kok case: high intersection density + transport POI + moderate road density → 83% roads clearly faster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Grid aggregation  |  500m cells  |  Length-weighted  |  Neighborhood-scale determinants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
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408176" cy="3657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91440"/>
            <a:ext cx="10021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Conclusions &amp;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3749039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868680"/>
            <a:ext cx="3749039" cy="411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96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Pre-Event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4572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S8 is the behavioural trigger (not S1/S3)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79"/>
            <a:ext cx="4572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Mina (no S8): midday speeds elevated; Yagiasha: dip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78608"/>
            <a:ext cx="4572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511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Pre-S8 congestion surge: −0.010 at 13:00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4572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181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System-wide last-minute rush (commute, not shopping)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868680"/>
            <a:ext cx="3749039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868680"/>
            <a:ext cx="3749039" cy="4114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896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During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444752"/>
            <a:ext cx="45720" cy="457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S8 triggers rapid network clearance (+0.045 in 5h)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011679"/>
            <a:ext cx="45720" cy="457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Peak deviation +0.046 at S10 morning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578608"/>
            <a:ext cx="45720" cy="457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25511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Speed polarization: 33% clearly faster, 11% slower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145536"/>
            <a:ext cx="45720" cy="457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31181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~20% roads disappear at S10 peak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712464"/>
            <a:ext cx="45720" cy="457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685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Motorways/trunks most affected; local streets mixed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868680"/>
            <a:ext cx="3749039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868680"/>
            <a:ext cx="3749039" cy="41148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896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Post-Event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444752"/>
            <a:ext cx="45720" cy="457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Recovery within ~100 min of All Clear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011679"/>
            <a:ext cx="45720" cy="457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No post-typhoon rebound congestion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578608"/>
            <a:ext cx="45720" cy="457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25511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Recovery is demand-driven (not supply-constrained)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145536"/>
            <a:ext cx="45720" cy="457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31181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Consistent pattern across all 3 typhoons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5120640"/>
            <a:ext cx="5303520" cy="13258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1937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</a:rPr>
              <a:t>Contributions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550407"/>
            <a:ext cx="45720" cy="457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532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First empirical evidence that Signal 8 (not S1/S3) is the behavioural tipping point for pre-typhoon mobility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843016"/>
            <a:ext cx="45720" cy="457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824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500m grid regression framework linking road performance to urban structure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135624"/>
            <a:ext cx="45720" cy="457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1173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Three-phase (pre/during/post) resilience analysis with per-slot granularity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5120640"/>
            <a:ext cx="6263640" cy="13258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19379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</a:rPr>
              <a:t>Limitations &amp; Future Work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97880" y="5550407"/>
            <a:ext cx="45720" cy="457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55321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Data gaps (Sep 22) limit pre-S1 analysis for some typhoons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97880" y="5843016"/>
            <a:ext cx="45720" cy="457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58247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Grid-level adj-R² ~0.19: substantial unexplained variance remains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97880" y="6135624"/>
            <a:ext cx="45720" cy="457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611733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TomTom data excludes zero-traffic roads → survivorship bias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6428232"/>
            <a:ext cx="45720" cy="457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640994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Future: traffic flow volume data, incident integration, causal identification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Conclusions  |  Pre-during-post resilience framework  |  Empirical evidence from Hong Kong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
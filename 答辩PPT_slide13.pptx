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6702552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6702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017520"/>
            <a:ext cx="6702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F8B8D"/>
                </a:solidFill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114800"/>
            <a:ext cx="6702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MPhil Thesis Defense  ·  Department of Urban Planning and Design  ·  HKU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
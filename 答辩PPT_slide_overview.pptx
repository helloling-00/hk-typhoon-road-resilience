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1097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2560320" cy="36576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RQ1 · RQ2 · RQ3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91440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Overview: Network Response across All Typhoon Phases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24160" y="137160"/>
            <a:ext cx="1554480" cy="38404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42448" y="155448"/>
            <a:ext cx="15179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ALL PHASES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777240"/>
            <a:ext cx="11795760" cy="489204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图42_台风时序网络偏差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22960"/>
            <a:ext cx="11704320" cy="48006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82880" y="5742432"/>
            <a:ext cx="11795760" cy="841248"/>
          </a:xfrm>
          <a:prstGeom prst="rect">
            <a:avLst/>
          </a:prstGeom>
          <a:solidFill>
            <a:srgbClr val="16213E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5824728"/>
            <a:ext cx="54864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57881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800"/>
                </a:solidFill>
              </a:rPr>
              <a:t>Pre-event: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605332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Anticipatory demand suppression begins hours before Signal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5824728"/>
            <a:ext cx="54864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8" y="57881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800"/>
                </a:solidFill>
              </a:rPr>
              <a:t>During: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605332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Network clears rapidly after Signal 8 — +4–5% above workday baseline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5824728"/>
            <a:ext cx="54864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7" y="57881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800"/>
                </a:solidFill>
              </a:rPr>
              <a:t>Post-event: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7" y="605332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</a:rPr>
              <a:t>Recovery within ~2 hrs of All Clear; no rebound congestion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88952" cy="36576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7025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</a:rPr>
              <a:t>Ragasa (Sep 2025)  |  30-min TomTom floating-car data  |  ~6,000–7,000 roads per slot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